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Deep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370332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03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40507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0507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~1 200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4398264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398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travail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phylake1337/fire-dataset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4206240" cy="1097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214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121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torchvision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395728"/>
            <a:ext cx="4206240" cy="1097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6883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6883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962656"/>
            <a:ext cx="4206240" cy="1097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255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255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 · ResNet-50 · EfficientNet-B0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529584"/>
            <a:ext cx="4206240" cy="1097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409651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096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4114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Données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439826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3982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44165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Architectures comparées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4700016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700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47183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Interprétation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dataset au modèle entraîné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97280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1572768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16276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" y="2240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6334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fire_images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non_fire_images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32369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~1 200 images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606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93392" y="1097280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1097280"/>
            <a:ext cx="1572768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1097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93392" y="16276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93392" y="2240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93392" y="26334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3392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ImageNet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93392" y="32369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 / 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606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30752" y="1097280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30752" y="1097280"/>
            <a:ext cx="1572768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1097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30752" y="16276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730752" y="2240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30752" y="26334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H/V · Rotation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30752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30752" y="32369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606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68112" y="1097280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68112" y="1097280"/>
            <a:ext cx="1572768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1097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68112" y="16276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468112" y="2240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8112" y="26334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68112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68112" y="32369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2606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05472" y="1097280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05472" y="1097280"/>
            <a:ext cx="1572768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1097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05472" y="16276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205472" y="2240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05472" y="26334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Loss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05472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· Confusion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05472" y="32369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comparées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approches de complexité croissante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78992"/>
            <a:ext cx="269748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78992"/>
            <a:ext cx="2697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7899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" y="16093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K paramètres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212848"/>
            <a:ext cx="2331720" cy="128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blocs Conv + BN + ReLU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MaxPool + Dropout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AdaptiveAvgPool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Optimiseur : Adam lr=3e-4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078992"/>
            <a:ext cx="2697480" cy="3749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78992"/>
            <a:ext cx="269748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7899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16093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 (4 K trainables)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212848"/>
            <a:ext cx="2331720" cy="1280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Backbone ImageNet gelé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4992" y="26883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Seule la tête fc entraînée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Dropout 0.3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3456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Optimiseur : Adam lr=1e-4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08192" y="1078992"/>
            <a:ext cx="2697480" cy="3749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8192" y="1078992"/>
            <a:ext cx="269748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107899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08192" y="16093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complet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08192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 paramètres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2212848"/>
            <a:ext cx="2331720" cy="128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Tous les poids libres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26883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Classifier remplacé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72784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AdamW + weight_decay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456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CosineAnnealingLR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d'apprentissage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&amp; Val Accuracy sur 10 epochs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51560"/>
            <a:ext cx="85039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480560"/>
            <a:ext cx="2651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480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  96.5%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4480560"/>
            <a:ext cx="265176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480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  76.5%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4480560"/>
            <a:ext cx="26517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4480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 99.5%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Val Accuracy — 3 architectures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51560"/>
            <a:ext cx="8046720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4370832"/>
            <a:ext cx="5486400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437083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EfficientNet-B0 — 99.50% Val Accuracy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— EfficientNet-B0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 et taux par classe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8412480" cy="3273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4462272"/>
            <a:ext cx="347472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44622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fire : 100 %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03520" y="4462272"/>
            <a:ext cx="347472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44622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non-fire : 97.87 %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Cartes d'attention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se concentre sur les flammes et la fumée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51560"/>
            <a:ext cx="85039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1 : images originales     ·     Ligne 2 : activation Grad-CAM (rouge = zone décisive)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64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850392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69494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15568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7589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surpasse largement le CNN from scratch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850392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84248"/>
            <a:ext cx="54864" cy="6949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84248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1984248"/>
            <a:ext cx="7589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atteint 99.5 % de Val Accuracy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2852928"/>
            <a:ext cx="850392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52928"/>
            <a:ext cx="54864" cy="6949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52928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852928"/>
            <a:ext cx="7589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confirme la focalisation sur les zones de flammes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721608"/>
            <a:ext cx="850392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21608"/>
            <a:ext cx="54864" cy="6949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21608"/>
            <a:ext cx="548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721608"/>
            <a:ext cx="7589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faux négatif sur l'ensemble de validation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 : Mixup · WeightedSampler · Fine-tuning progressif · Ensemble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2026-05-21T08:25:52Z</dcterms:created>
  <dcterms:modified xsi:type="dcterms:W3CDTF">2026-05-21T08:25:52Z</dcterms:modified>
</cp:coreProperties>
</file>